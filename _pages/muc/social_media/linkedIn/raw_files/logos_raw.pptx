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5"/>
  </p:notesMasterIdLst>
  <p:sldIdLst>
    <p:sldId id="256" r:id="rId2"/>
    <p:sldId id="274" r:id="rId3"/>
    <p:sldId id="276" r:id="rId4"/>
  </p:sldIdLst>
  <p:sldSz cx="2159952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1F4C"/>
    <a:srgbClr val="611E4A"/>
    <a:srgbClr val="BF4B98"/>
    <a:srgbClr val="7D2661"/>
    <a:srgbClr val="FFFFFF"/>
    <a:srgbClr val="621E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09"/>
    <p:restoredTop sz="94637"/>
  </p:normalViewPr>
  <p:slideViewPr>
    <p:cSldViewPr snapToGrid="0">
      <p:cViewPr>
        <p:scale>
          <a:sx n="71" d="100"/>
          <a:sy n="71" d="100"/>
        </p:scale>
        <p:origin x="472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3DD8E-BD7E-E946-AEAB-728EB63DB3E3}" type="datetimeFigureOut">
              <a:rPr lang="en-DE" smtClean="0"/>
              <a:t>3/21/26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00150" y="1143000"/>
            <a:ext cx="9258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AB04B-9737-7B43-B8A4-59F48EEBA2C3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23177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1pPr>
    <a:lvl2pPr marL="561579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2pPr>
    <a:lvl3pPr marL="1123158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3pPr>
    <a:lvl4pPr marL="1684736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4pPr>
    <a:lvl5pPr marL="2246315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5pPr>
    <a:lvl6pPr marL="2807894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6pPr>
    <a:lvl7pPr marL="3369473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7pPr>
    <a:lvl8pPr marL="3931051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8pPr>
    <a:lvl9pPr marL="4492630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178222"/>
            <a:ext cx="16199644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3781306"/>
            <a:ext cx="16199644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7635920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8902989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794830"/>
            <a:ext cx="18629590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4817875"/>
            <a:ext cx="18629590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272817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916484"/>
            <a:ext cx="9179798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916484"/>
            <a:ext cx="9179798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1736795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83297"/>
            <a:ext cx="18629590" cy="1391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764832"/>
            <a:ext cx="9137611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2629749"/>
            <a:ext cx="9137611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764832"/>
            <a:ext cx="9182611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2629749"/>
            <a:ext cx="9182611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0539202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270586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3169507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79954"/>
            <a:ext cx="696640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036569"/>
            <a:ext cx="10934760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159794"/>
            <a:ext cx="696640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031817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79954"/>
            <a:ext cx="696640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036569"/>
            <a:ext cx="10934760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159794"/>
            <a:ext cx="696640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098723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800160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383297"/>
            <a:ext cx="4657398" cy="610108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383297"/>
            <a:ext cx="13702199" cy="610108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136507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383297"/>
            <a:ext cx="1862959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916484"/>
            <a:ext cx="1862959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6672697"/>
            <a:ext cx="485989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8EA3D-EE4D-084A-9FE1-B0F00E2E13C3}" type="datetime1">
              <a:rPr lang="de-DE" smtClean="0"/>
              <a:t>21.03.26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6672697"/>
            <a:ext cx="728984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6672697"/>
            <a:ext cx="485989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46631-2EF9-3247-BAD2-3266B8FF23E1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926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0C006B-8F15-A3B2-FC1B-E757D4DC7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0780" y="2955276"/>
            <a:ext cx="9144000" cy="1655762"/>
          </a:xfrm>
        </p:spPr>
        <p:txBody>
          <a:bodyPr>
            <a:normAutofit/>
          </a:bodyPr>
          <a:lstStyle/>
          <a:p>
            <a:r>
              <a:rPr lang="de-DE" sz="4400" dirty="0"/>
              <a:t>LinkedIn logo and </a:t>
            </a:r>
            <a:r>
              <a:rPr lang="de-DE" sz="4400" dirty="0" err="1"/>
              <a:t>banner</a:t>
            </a:r>
            <a:endParaRPr lang="de-DE" sz="4400" dirty="0"/>
          </a:p>
          <a:p>
            <a:r>
              <a:rPr lang="de-DE" sz="4400" dirty="0"/>
              <a:t>03/2026</a:t>
            </a:r>
            <a:endParaRPr lang="en-DE" sz="4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2A017-6D69-170E-8DDC-E554E2FF6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Christina Maria Mayr - christina_maria.mayr@hm.edu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E2420-D2A8-F9BF-4AD3-2626CD09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46631-2EF9-3247-BAD2-3266B8FF23E1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54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18A9E-9E01-9F36-73F0-E6889FBAA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hteck 85">
            <a:extLst>
              <a:ext uri="{FF2B5EF4-FFF2-40B4-BE49-F238E27FC236}">
                <a16:creationId xmlns:a16="http://schemas.microsoft.com/office/drawing/2014/main" id="{0700EC73-FCD7-D818-818B-DACD1A50F4FD}"/>
              </a:ext>
            </a:extLst>
          </p:cNvPr>
          <p:cNvSpPr/>
          <p:nvPr/>
        </p:nvSpPr>
        <p:spPr>
          <a:xfrm>
            <a:off x="4113838" y="1630588"/>
            <a:ext cx="4320000" cy="43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0BEBF3F-248C-AB13-26B5-60F193D75C7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1" r="72120"/>
          <a:stretch>
            <a:fillRect/>
          </a:stretch>
        </p:blipFill>
        <p:spPr>
          <a:xfrm>
            <a:off x="4447215" y="2433154"/>
            <a:ext cx="3621020" cy="2123862"/>
          </a:xfrm>
          <a:prstGeom prst="rect">
            <a:avLst/>
          </a:prstGeom>
        </p:spPr>
      </p:pic>
      <p:sp>
        <p:nvSpPr>
          <p:cNvPr id="87" name="Rechteck 86">
            <a:extLst>
              <a:ext uri="{FF2B5EF4-FFF2-40B4-BE49-F238E27FC236}">
                <a16:creationId xmlns:a16="http://schemas.microsoft.com/office/drawing/2014/main" id="{0D0D2EB5-624B-C0F0-38C6-A8DCFA2BD14A}"/>
              </a:ext>
            </a:extLst>
          </p:cNvPr>
          <p:cNvSpPr/>
          <p:nvPr/>
        </p:nvSpPr>
        <p:spPr>
          <a:xfrm>
            <a:off x="7713039" y="3947490"/>
            <a:ext cx="720800" cy="153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Box 66">
            <a:extLst>
              <a:ext uri="{FF2B5EF4-FFF2-40B4-BE49-F238E27FC236}">
                <a16:creationId xmlns:a16="http://schemas.microsoft.com/office/drawing/2014/main" id="{9BD49400-E6B2-BA33-7383-AA8844224D5B}"/>
              </a:ext>
            </a:extLst>
          </p:cNvPr>
          <p:cNvSpPr txBox="1"/>
          <p:nvPr/>
        </p:nvSpPr>
        <p:spPr>
          <a:xfrm>
            <a:off x="5140597" y="4412141"/>
            <a:ext cx="2721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400" spc="200" dirty="0">
                <a:solidFill>
                  <a:srgbClr val="611E4A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munich</a:t>
            </a:r>
            <a:endParaRPr lang="en-DE" sz="4400" spc="200" dirty="0">
              <a:solidFill>
                <a:srgbClr val="611E4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715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9461-E8AC-D67E-3F7B-BB235EB0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456121F-8974-3FBD-3A63-EF1F1BAA3B51}"/>
              </a:ext>
            </a:extLst>
          </p:cNvPr>
          <p:cNvSpPr/>
          <p:nvPr/>
        </p:nvSpPr>
        <p:spPr>
          <a:xfrm>
            <a:off x="233082" y="125506"/>
            <a:ext cx="20995342" cy="70738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C3E662B-73F1-CBE2-B0FC-1E4830886E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13" t="70237" r="54500"/>
          <a:stretch>
            <a:fillRect/>
          </a:stretch>
        </p:blipFill>
        <p:spPr>
          <a:xfrm>
            <a:off x="12382193" y="3457801"/>
            <a:ext cx="2209170" cy="524814"/>
          </a:xfrm>
          <a:prstGeom prst="rect">
            <a:avLst/>
          </a:prstGeom>
        </p:spPr>
      </p:pic>
      <p:sp>
        <p:nvSpPr>
          <p:cNvPr id="41" name="TextBox 66">
            <a:extLst>
              <a:ext uri="{FF2B5EF4-FFF2-40B4-BE49-F238E27FC236}">
                <a16:creationId xmlns:a16="http://schemas.microsoft.com/office/drawing/2014/main" id="{1A050498-0393-83A8-A240-3D2A3F0DB435}"/>
              </a:ext>
            </a:extLst>
          </p:cNvPr>
          <p:cNvSpPr txBox="1"/>
          <p:nvPr/>
        </p:nvSpPr>
        <p:spPr>
          <a:xfrm>
            <a:off x="13324939" y="3949042"/>
            <a:ext cx="2944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400" spc="200" dirty="0">
                <a:solidFill>
                  <a:srgbClr val="611E4A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munich</a:t>
            </a:r>
          </a:p>
        </p:txBody>
      </p: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DA27E898-49F2-B250-D3A0-B889ABFC389F}"/>
              </a:ext>
            </a:extLst>
          </p:cNvPr>
          <p:cNvCxnSpPr>
            <a:cxnSpLocks/>
          </p:cNvCxnSpPr>
          <p:nvPr/>
        </p:nvCxnSpPr>
        <p:spPr>
          <a:xfrm>
            <a:off x="13463610" y="4778901"/>
            <a:ext cx="5311926" cy="0"/>
          </a:xfrm>
          <a:prstGeom prst="line">
            <a:avLst/>
          </a:prstGeom>
          <a:ln w="38100">
            <a:solidFill>
              <a:srgbClr val="621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2">
            <a:extLst>
              <a:ext uri="{FF2B5EF4-FFF2-40B4-BE49-F238E27FC236}">
                <a16:creationId xmlns:a16="http://schemas.microsoft.com/office/drawing/2014/main" id="{32BB75D4-1367-FE5C-C751-B704E67879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52"/>
          <a:stretch>
            <a:fillRect/>
          </a:stretch>
        </p:blipFill>
        <p:spPr>
          <a:xfrm>
            <a:off x="18775537" y="2632414"/>
            <a:ext cx="1498473" cy="2539721"/>
          </a:xfrm>
          <a:prstGeom prst="rect">
            <a:avLst/>
          </a:prstGeom>
        </p:spPr>
      </p:pic>
      <p:sp>
        <p:nvSpPr>
          <p:cNvPr id="8" name="TextBox 66">
            <a:extLst>
              <a:ext uri="{FF2B5EF4-FFF2-40B4-BE49-F238E27FC236}">
                <a16:creationId xmlns:a16="http://schemas.microsoft.com/office/drawing/2014/main" id="{07ADB446-C256-135C-BAB9-22F5C9DC8C22}"/>
              </a:ext>
            </a:extLst>
          </p:cNvPr>
          <p:cNvSpPr txBox="1"/>
          <p:nvPr/>
        </p:nvSpPr>
        <p:spPr>
          <a:xfrm>
            <a:off x="11369941" y="2623173"/>
            <a:ext cx="2944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spc="200" dirty="0">
                <a:solidFill>
                  <a:srgbClr val="611E4A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de-RSE</a:t>
            </a:r>
            <a:endParaRPr lang="en-DE" sz="4400" spc="200" dirty="0">
              <a:solidFill>
                <a:srgbClr val="611E4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88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</Words>
  <Application>Microsoft Macintosh PowerPoint</Application>
  <PresentationFormat>Benutzerdefiniert</PresentationFormat>
  <Paragraphs>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 Neue Medium</vt:lpstr>
      <vt:lpstr>Office Theme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Mayr</dc:creator>
  <cp:lastModifiedBy>Christina Mayr</cp:lastModifiedBy>
  <cp:revision>48</cp:revision>
  <dcterms:created xsi:type="dcterms:W3CDTF">2026-02-26T07:43:02Z</dcterms:created>
  <dcterms:modified xsi:type="dcterms:W3CDTF">2026-03-21T08:29:36Z</dcterms:modified>
</cp:coreProperties>
</file>